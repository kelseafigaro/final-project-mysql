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5DC6A-A1E6-4C9A-B4B3-1366FA2C60B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3AE23-978A-43A5-B4B7-AA4923F04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1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3AE23-978A-43A5-B4B7-AA4923F04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98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88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2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1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8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8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70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243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8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5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062B01-CEF2-487F-9FAD-73795D8814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2588C4-5458-4F1A-B07E-D0C64422A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4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3F1D-AF79-43DA-D9E9-35C473119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BookStore</a:t>
            </a:r>
            <a:r>
              <a:rPr lang="en-US" dirty="0"/>
              <a:t> </a:t>
            </a:r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6AC91-230D-25EA-2C50-946E36A68A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By: Kelsea Figaro</a:t>
            </a:r>
          </a:p>
          <a:p>
            <a:r>
              <a:rPr lang="en-US" dirty="0"/>
              <a:t>CMP241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7410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94D3A-00AD-A1F9-6862-D19AF6E2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What is in this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DA07-7B9C-C782-8D15-DE91AEE58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24" y="559477"/>
            <a:ext cx="5647076" cy="5475563"/>
          </a:xfrm>
        </p:spPr>
        <p:txBody>
          <a:bodyPr anchor="ctr">
            <a:normAutofit/>
          </a:bodyPr>
          <a:lstStyle/>
          <a:p>
            <a:r>
              <a:rPr lang="en-US" dirty="0"/>
              <a:t>This database is a fictional online bookstore. The tables include Title, Author, Genre, Orders, Customer, and a bridge table called </a:t>
            </a:r>
            <a:r>
              <a:rPr lang="en-US" dirty="0" err="1"/>
              <a:t>AuthorTitle</a:t>
            </a:r>
            <a:r>
              <a:rPr lang="en-US" dirty="0"/>
              <a:t>. The bridge table was added because you can’t have a many to many relationship between tables, in this case Author and Title. I chose this database because I am a reader myself and have read some of the books included in this database.</a:t>
            </a:r>
          </a:p>
        </p:txBody>
      </p:sp>
    </p:spTree>
    <p:extLst>
      <p:ext uri="{BB962C8B-B14F-4D97-AF65-F5344CB8AC3E}">
        <p14:creationId xmlns:p14="http://schemas.microsoft.com/office/powerpoint/2010/main" val="328831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45028-FFA8-6505-6285-1944072F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Entity Relationship Diagram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C19037-C68B-071C-63DA-3C12BCCAC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463" y="897840"/>
            <a:ext cx="5646737" cy="4798794"/>
          </a:xfrm>
        </p:spPr>
      </p:pic>
    </p:spTree>
    <p:extLst>
      <p:ext uri="{BB962C8B-B14F-4D97-AF65-F5344CB8AC3E}">
        <p14:creationId xmlns:p14="http://schemas.microsoft.com/office/powerpoint/2010/main" val="356996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7B3A8-0BDF-F9E1-FB5D-439DEA83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How many publishers are in each state?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C02E1E-587D-63D1-F028-38E65C37C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3008" y="1038299"/>
            <a:ext cx="6838804" cy="105384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D7B3C3-AADC-72E1-71DA-D153A5706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137" y="3130447"/>
            <a:ext cx="3768020" cy="15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4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64EC2-D5DA-86CA-71C1-26FC596D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Which Publishers are located on the Avenue of the Americas street in NYC?</a:t>
            </a:r>
            <a:endParaRPr lang="en-US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8E465-3186-190F-3E4B-C33E94578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991" y="856374"/>
            <a:ext cx="6226386" cy="119378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63462C-5B93-802B-BED6-7B812742D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97" y="2906528"/>
            <a:ext cx="4866374" cy="140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21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C0EFB-E573-F0BE-825D-C2572568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How much would it cost a customer to buy every book in the database?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BF8228-AC1A-06CA-BB9D-28EDACFBE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4871" y="1377165"/>
            <a:ext cx="5845905" cy="823557"/>
          </a:xfrm>
          <a:prstGeom prst="rect">
            <a:avLst/>
          </a:prstGeom>
        </p:spPr>
      </p:pic>
      <p:pic>
        <p:nvPicPr>
          <p:cNvPr id="6" name="Picture 5" descr="A screenshot of a price tag&#10;&#10;AI-generated content may be incorrect.">
            <a:extLst>
              <a:ext uri="{FF2B5EF4-FFF2-40B4-BE49-F238E27FC236}">
                <a16:creationId xmlns:a16="http://schemas.microsoft.com/office/drawing/2014/main" id="{067370A0-4169-8683-9DB6-C3C260C9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08" y="2946949"/>
            <a:ext cx="3364433" cy="13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7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9FE29-F693-F610-20BD-3CB44FA1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What books are part of a series?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9D7007-851F-4F27-5680-38BDCA13B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3008" y="660879"/>
            <a:ext cx="4620714" cy="161217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20FE8A-36DB-22B0-F591-73FB288BB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005" y="3199787"/>
            <a:ext cx="5097404" cy="13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5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72A36-476F-061A-803D-568B04F6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Which customers are Canadian?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5BC9C-FF50-79AE-3D63-E587022F1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968" y="907390"/>
            <a:ext cx="6436623" cy="897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80B36-88FD-0249-05AE-DE4F2407E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905" y="2917265"/>
            <a:ext cx="6958747" cy="6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9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314C0-AD3C-0239-682D-856A34A8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Which authors wrote what books?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13950B-D94A-9C20-E9C9-700D0C352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3008" y="1005703"/>
            <a:ext cx="7194695" cy="93623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6B2C79-F6FA-0EF5-3A70-F1D4CBCC4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697" y="2611145"/>
            <a:ext cx="5639315" cy="24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2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D6E66-997A-29B8-04ED-AE8343F4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Which publishers do authors belong to?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5CFCBD-CAFC-EEBC-B971-26D6CC873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4503" y="917799"/>
            <a:ext cx="6224442" cy="102072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632BC4-3165-C06F-DDC4-404CEC8A5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865" y="2595800"/>
            <a:ext cx="4347718" cy="27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03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4E34F-97CD-7A3C-9E1F-9F150D83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What books are customers ordering?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BF019-41F1-C179-B4CD-916E722F7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991" y="878855"/>
            <a:ext cx="7176527" cy="122792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AC1D5-571D-5726-80F9-C9A8CD8D9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4" y="2985633"/>
            <a:ext cx="4902200" cy="217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8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9E99A-42E9-3188-AEB7-AB8FECD3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What genres are the books?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98D3813-41AC-9490-3116-13825547E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952" y="735041"/>
            <a:ext cx="4253261" cy="1436606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875317-3BA7-D34D-BCE1-7CDD5EC59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45" y="2906688"/>
            <a:ext cx="4088474" cy="2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6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EE6F7-F5ED-E858-3010-5454D72D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Show all customers with their orders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17FE0-5E6F-D7CF-77FF-355B1D8E5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991" y="662648"/>
            <a:ext cx="6647466" cy="134979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AC55E4-FF05-9F55-F5F1-14C55A9F2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374" y="2675086"/>
            <a:ext cx="5346700" cy="2327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691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56</TotalTime>
  <Words>174</Words>
  <Application>Microsoft Office PowerPoint</Application>
  <PresentationFormat>Widescreen</PresentationFormat>
  <Paragraphs>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Century Gothic</vt:lpstr>
      <vt:lpstr>Garamond</vt:lpstr>
      <vt:lpstr>Savon</vt:lpstr>
      <vt:lpstr>BookStore DataBase</vt:lpstr>
      <vt:lpstr>What is in this database?</vt:lpstr>
      <vt:lpstr>Entity Relationship Diagram</vt:lpstr>
      <vt:lpstr>How many publishers are in each state?</vt:lpstr>
      <vt:lpstr>Which Publishers are located on the Avenue of the Americas street in NYC?</vt:lpstr>
      <vt:lpstr>How much would it cost a customer to buy every book in the database?</vt:lpstr>
      <vt:lpstr>What books are part of a series?</vt:lpstr>
      <vt:lpstr>Which customers are Canadian?</vt:lpstr>
      <vt:lpstr>Which authors wrote what books?</vt:lpstr>
      <vt:lpstr>Which publishers do authors belong to?</vt:lpstr>
      <vt:lpstr>What books are customers ordering?</vt:lpstr>
      <vt:lpstr>What genres are the books?</vt:lpstr>
      <vt:lpstr>Show all customers with their orders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figaro.kelsea</dc:creator>
  <cp:lastModifiedBy>figaro.kelsea</cp:lastModifiedBy>
  <cp:revision>4</cp:revision>
  <dcterms:created xsi:type="dcterms:W3CDTF">2025-12-06T15:28:26Z</dcterms:created>
  <dcterms:modified xsi:type="dcterms:W3CDTF">2025-12-06T16:25:14Z</dcterms:modified>
</cp:coreProperties>
</file>